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6259"/>
    <a:srgbClr val="F6F5F1"/>
    <a:srgbClr val="2E2721"/>
    <a:srgbClr val="E8A83A"/>
    <a:srgbClr val="D86C3E"/>
    <a:srgbClr val="3F6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D2DF7-2FAF-8B26-B996-555F6594B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858C4F-6D39-FD35-33B4-F6A822E23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F80680-7A12-76D1-E5AB-E635DEB45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93934-7EC5-6641-8852-7BB2D406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8801E3-648F-C038-E982-15212C58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0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6D396-DC6A-B713-C74B-2DB04310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418690-CF8C-C5D3-634E-3B113D769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E420F3-9ED9-08D1-3129-F3590096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5B27B-7ACA-3657-B7AB-D85D5262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152AF7-F71F-14AD-9E48-8EDF9E9E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45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9178B-4275-B45C-E4C7-657BF076E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BFFE39-2AD3-2DC3-CBD9-D47EDB4DA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12ACD-D7E5-FBD2-59A5-771CC48D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E8F5EA-7D44-E6EC-AB05-81283B89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7BBA27-857E-B111-1B0F-36A11B6E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35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CC476-4D42-E887-AC98-3EC5CD42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48333A-5518-A0CB-696A-3D1FCAC9A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46C895-7206-1286-B4C5-4736825CD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A2B3CB-526E-63C3-42A8-885C1D563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A295FF-FD97-63D9-97D2-7F92A97B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B070AA-4F00-3D30-8406-518CBF9A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88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F88D9-E9E8-AF16-E130-2BEEDBEC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FF3330-8704-1AA1-B590-2414B08EA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5F290C-81F5-76C0-AE2B-510736049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C3FE8D-17C5-91CC-5201-6B4309660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6BCD64-8940-998D-2613-7A2A2B912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B42845-3738-3B7D-89EE-FE5C0A4C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3F3A10-9A95-D67C-12D3-7ADC0FD4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81722F-AD67-CAAA-C791-251FA0D8A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DC926-961F-5542-1261-5B91D69F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8D38E9-870D-9EC3-F366-172FD28E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B57A4F-BAB0-10BA-F569-9AE185277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7DFD28-A470-3685-8F8B-0B06CF35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659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F9D653-8257-B55E-1129-69FE016D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62A99A-BAD0-6FF6-C120-9934A75E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1804E7-4C59-5AA0-9F44-B8935E42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80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CFB87-8C49-A633-8659-5940D09B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BE57AC-7065-FEE6-1AEA-F40B7549C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7F9C85-544D-F938-ACCE-ADA189EDE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328318-BF5C-0948-E101-D9FF6D37C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4FB68D-0E3F-9057-5AC0-DBF6C537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5C3A3A-4048-8C2D-5A70-BAAE50CD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49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43AE3-7A92-DDCA-A56C-143AA3A2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7B7CD7C-0DCD-1B12-4322-40D6FA419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FAB240-F4C2-B0F9-58DD-9B4711172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1C5482-3F08-7F64-60D1-C49ADAB5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E20ABA-2947-2747-1C01-2EAB963A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C0C8B6-ADA5-BEED-14A6-0542FBED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932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5BB95-F48D-4CA4-739A-B332BAFB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1B2D0C-F505-827C-7B55-7096E9230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B10307-4102-2541-F9E1-C4DE9CDF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187EA1-6A70-7F38-A994-EE2C1923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F136DE-1166-7A5B-5343-F1D200FDC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13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3486D8-F4B0-0BE2-251E-EC606BEA3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EEBD22-CE04-D60D-2CFD-993A46AC1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DB4ACE-AC6C-1D89-62E2-9F573358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86817E-2E01-65D4-FC1A-94AE28C8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8EE03D-E577-9B83-1224-BCCE498D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234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430934D-CF14-9FD1-A9F2-E1D34EE3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58A3C5-9A97-8587-4881-F1E43F22B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1192D8-48C3-CB9C-7A14-59C4B034C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CA43C-64FE-4428-A3B4-D4E36967912E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6DA4B8-DF58-6DBE-9038-0AB38DE5C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D73F72-34F9-2ED4-E69E-92A1AE1A5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2EB93-3954-4182-83B7-3280F18C8E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87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119241B-0318-CB90-6535-08F37816E055}"/>
              </a:ext>
            </a:extLst>
          </p:cNvPr>
          <p:cNvSpPr txBox="1"/>
          <p:nvPr/>
        </p:nvSpPr>
        <p:spPr>
          <a:xfrm>
            <a:off x="304801" y="29551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-65" normalizeH="0" baseline="0" noProof="0" dirty="0" err="1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Calibri"/>
                <a:cs typeface="Calibri"/>
              </a:rPr>
              <a:t>Assets</a:t>
            </a:r>
            <a:r>
              <a:rPr kumimoji="0" lang="pt-BR" sz="2000" b="0" i="0" u="none" strike="noStrike" kern="0" cap="none" spc="-8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pt-BR" sz="2000" b="0" i="0" u="none" strike="noStrike" kern="0" cap="none" spc="-35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Calibri"/>
                <a:cs typeface="Calibri"/>
              </a:rPr>
              <a:t>Slide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DCBF25E-089F-9631-CDF9-3164C38AA876}"/>
              </a:ext>
            </a:extLst>
          </p:cNvPr>
          <p:cNvSpPr txBox="1"/>
          <p:nvPr/>
        </p:nvSpPr>
        <p:spPr>
          <a:xfrm>
            <a:off x="848646" y="5439801"/>
            <a:ext cx="1111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</a:t>
            </a:r>
            <a:r>
              <a:rPr lang="pt-BR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Icon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F15799D-E4DD-72CE-4EA4-F57841D06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931" y="5069032"/>
            <a:ext cx="1272775" cy="127277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C6546D4-BC46-BAF4-6124-14CD0F2CD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2655" y="297162"/>
            <a:ext cx="1338571" cy="398458"/>
          </a:xfrm>
          <a:prstGeom prst="rect">
            <a:avLst/>
          </a:prstGeom>
        </p:spPr>
      </p:pic>
      <p:sp>
        <p:nvSpPr>
          <p:cNvPr id="17" name="object 27">
            <a:extLst>
              <a:ext uri="{FF2B5EF4-FFF2-40B4-BE49-F238E27FC236}">
                <a16:creationId xmlns:a16="http://schemas.microsoft.com/office/drawing/2014/main" id="{40DF7756-3B08-F741-1530-181E13B40631}"/>
              </a:ext>
            </a:extLst>
          </p:cNvPr>
          <p:cNvSpPr txBox="1"/>
          <p:nvPr/>
        </p:nvSpPr>
        <p:spPr>
          <a:xfrm>
            <a:off x="835742" y="1253198"/>
            <a:ext cx="668593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35" dirty="0">
                <a:solidFill>
                  <a:srgbClr val="181818"/>
                </a:solidFill>
                <a:latin typeface="Calibri"/>
                <a:cs typeface="Calibri"/>
              </a:rPr>
              <a:t>Logos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3" name="object 27">
            <a:extLst>
              <a:ext uri="{FF2B5EF4-FFF2-40B4-BE49-F238E27FC236}">
                <a16:creationId xmlns:a16="http://schemas.microsoft.com/office/drawing/2014/main" id="{569F8BDE-5BA8-2351-59EF-5F425D8B0CF4}"/>
              </a:ext>
            </a:extLst>
          </p:cNvPr>
          <p:cNvSpPr txBox="1"/>
          <p:nvPr/>
        </p:nvSpPr>
        <p:spPr>
          <a:xfrm>
            <a:off x="3583859" y="1248284"/>
            <a:ext cx="850490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2000" spc="-35" dirty="0" err="1">
                <a:solidFill>
                  <a:srgbClr val="181818"/>
                </a:solidFill>
                <a:latin typeface="Calibri"/>
                <a:cs typeface="Calibri"/>
              </a:rPr>
              <a:t>Colours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CD698153-59D8-DC17-64A9-16254063C7C2}"/>
              </a:ext>
            </a:extLst>
          </p:cNvPr>
          <p:cNvSpPr txBox="1"/>
          <p:nvPr/>
        </p:nvSpPr>
        <p:spPr>
          <a:xfrm>
            <a:off x="8639010" y="1253197"/>
            <a:ext cx="1673645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55" dirty="0">
                <a:solidFill>
                  <a:srgbClr val="181818"/>
                </a:solidFill>
                <a:latin typeface="Calibri"/>
                <a:cs typeface="Calibri"/>
              </a:rPr>
              <a:t>Graphic</a:t>
            </a:r>
            <a:r>
              <a:rPr sz="2000" spc="-40" dirty="0">
                <a:solidFill>
                  <a:srgbClr val="181818"/>
                </a:solidFill>
                <a:latin typeface="Calibri"/>
                <a:cs typeface="Calibri"/>
              </a:rPr>
              <a:t> Devices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F1A239E-59B6-16EB-6789-20349AA3F3EF}"/>
              </a:ext>
            </a:extLst>
          </p:cNvPr>
          <p:cNvSpPr/>
          <p:nvPr/>
        </p:nvSpPr>
        <p:spPr>
          <a:xfrm>
            <a:off x="3583859" y="1814054"/>
            <a:ext cx="861225" cy="835561"/>
          </a:xfrm>
          <a:prstGeom prst="rect">
            <a:avLst/>
          </a:prstGeom>
          <a:solidFill>
            <a:srgbClr val="3F6C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C5A739F-1734-621B-F216-2F5489CC8977}"/>
              </a:ext>
            </a:extLst>
          </p:cNvPr>
          <p:cNvSpPr/>
          <p:nvPr/>
        </p:nvSpPr>
        <p:spPr>
          <a:xfrm>
            <a:off x="5095729" y="1814054"/>
            <a:ext cx="861225" cy="835561"/>
          </a:xfrm>
          <a:prstGeom prst="rect">
            <a:avLst/>
          </a:prstGeom>
          <a:solidFill>
            <a:srgbClr val="D86C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5B71874-2576-394F-857D-EC8F1537C231}"/>
              </a:ext>
            </a:extLst>
          </p:cNvPr>
          <p:cNvSpPr/>
          <p:nvPr/>
        </p:nvSpPr>
        <p:spPr>
          <a:xfrm>
            <a:off x="6585927" y="1814054"/>
            <a:ext cx="861225" cy="835561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BC68F12-C1CC-F48D-44B0-444DE3362090}"/>
              </a:ext>
            </a:extLst>
          </p:cNvPr>
          <p:cNvSpPr/>
          <p:nvPr/>
        </p:nvSpPr>
        <p:spPr>
          <a:xfrm>
            <a:off x="3583859" y="3520450"/>
            <a:ext cx="861225" cy="835561"/>
          </a:xfrm>
          <a:prstGeom prst="rect">
            <a:avLst/>
          </a:prstGeom>
          <a:solidFill>
            <a:srgbClr val="2E27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B3FE8B2-0A38-84F2-3A48-D056C2BC6986}"/>
              </a:ext>
            </a:extLst>
          </p:cNvPr>
          <p:cNvSpPr/>
          <p:nvPr/>
        </p:nvSpPr>
        <p:spPr>
          <a:xfrm>
            <a:off x="5095729" y="3520450"/>
            <a:ext cx="861225" cy="835561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5BFA73D-A6F2-1D25-B18C-9F8FA536AED7}"/>
              </a:ext>
            </a:extLst>
          </p:cNvPr>
          <p:cNvSpPr/>
          <p:nvPr/>
        </p:nvSpPr>
        <p:spPr>
          <a:xfrm>
            <a:off x="6585926" y="3520449"/>
            <a:ext cx="861225" cy="835561"/>
          </a:xfrm>
          <a:prstGeom prst="rect">
            <a:avLst/>
          </a:prstGeom>
          <a:solidFill>
            <a:srgbClr val="6B62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object 27">
            <a:extLst>
              <a:ext uri="{FF2B5EF4-FFF2-40B4-BE49-F238E27FC236}">
                <a16:creationId xmlns:a16="http://schemas.microsoft.com/office/drawing/2014/main" id="{56186ED1-A92C-7AA0-976A-5BED15D612F9}"/>
              </a:ext>
            </a:extLst>
          </p:cNvPr>
          <p:cNvSpPr txBox="1"/>
          <p:nvPr/>
        </p:nvSpPr>
        <p:spPr>
          <a:xfrm>
            <a:off x="3583859" y="2708639"/>
            <a:ext cx="1037303" cy="4578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Verde-pinho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#3F6C4F</a:t>
            </a:r>
            <a:endParaRPr sz="1400" spc="-35" dirty="0">
              <a:solidFill>
                <a:srgbClr val="181818"/>
              </a:solidFill>
              <a:latin typeface="Calibri"/>
              <a:cs typeface="Calibri"/>
            </a:endParaRPr>
          </a:p>
        </p:txBody>
      </p:sp>
      <p:sp>
        <p:nvSpPr>
          <p:cNvPr id="42" name="object 27">
            <a:extLst>
              <a:ext uri="{FF2B5EF4-FFF2-40B4-BE49-F238E27FC236}">
                <a16:creationId xmlns:a16="http://schemas.microsoft.com/office/drawing/2014/main" id="{DF98C827-92A5-D139-3F69-CFA2E39CABD4}"/>
              </a:ext>
            </a:extLst>
          </p:cNvPr>
          <p:cNvSpPr txBox="1"/>
          <p:nvPr/>
        </p:nvSpPr>
        <p:spPr>
          <a:xfrm>
            <a:off x="5095729" y="2708639"/>
            <a:ext cx="1037303" cy="4578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Terracota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#D96C3F</a:t>
            </a:r>
            <a:endParaRPr sz="1400" spc="-35" dirty="0">
              <a:solidFill>
                <a:srgbClr val="181818"/>
              </a:solidFill>
              <a:latin typeface="Calibri"/>
              <a:cs typeface="Calibri"/>
            </a:endParaRPr>
          </a:p>
        </p:txBody>
      </p:sp>
      <p:sp>
        <p:nvSpPr>
          <p:cNvPr id="44" name="object 27">
            <a:extLst>
              <a:ext uri="{FF2B5EF4-FFF2-40B4-BE49-F238E27FC236}">
                <a16:creationId xmlns:a16="http://schemas.microsoft.com/office/drawing/2014/main" id="{D3A34660-ABA5-F76C-A882-15B58D25C746}"/>
              </a:ext>
            </a:extLst>
          </p:cNvPr>
          <p:cNvSpPr txBox="1"/>
          <p:nvPr/>
        </p:nvSpPr>
        <p:spPr>
          <a:xfrm>
            <a:off x="6585926" y="2708639"/>
            <a:ext cx="1404156" cy="4578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Amarelo-mostarda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#E8A93A</a:t>
            </a:r>
            <a:endParaRPr sz="1400" spc="-35" dirty="0">
              <a:solidFill>
                <a:srgbClr val="181818"/>
              </a:solidFill>
              <a:latin typeface="Calibri"/>
              <a:cs typeface="Calibri"/>
            </a:endParaRPr>
          </a:p>
        </p:txBody>
      </p:sp>
      <p:sp>
        <p:nvSpPr>
          <p:cNvPr id="46" name="object 27">
            <a:extLst>
              <a:ext uri="{FF2B5EF4-FFF2-40B4-BE49-F238E27FC236}">
                <a16:creationId xmlns:a16="http://schemas.microsoft.com/office/drawing/2014/main" id="{69587EBE-4F8B-F9C5-0FB2-B608B716A651}"/>
              </a:ext>
            </a:extLst>
          </p:cNvPr>
          <p:cNvSpPr txBox="1"/>
          <p:nvPr/>
        </p:nvSpPr>
        <p:spPr>
          <a:xfrm>
            <a:off x="3583859" y="4409654"/>
            <a:ext cx="1037303" cy="4578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Grafite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#2E2620</a:t>
            </a:r>
            <a:endParaRPr sz="1400" spc="-35" dirty="0">
              <a:solidFill>
                <a:srgbClr val="181818"/>
              </a:solidFill>
              <a:latin typeface="Calibri"/>
              <a:cs typeface="Calibri"/>
            </a:endParaRPr>
          </a:p>
        </p:txBody>
      </p:sp>
      <p:sp>
        <p:nvSpPr>
          <p:cNvPr id="48" name="object 27">
            <a:extLst>
              <a:ext uri="{FF2B5EF4-FFF2-40B4-BE49-F238E27FC236}">
                <a16:creationId xmlns:a16="http://schemas.microsoft.com/office/drawing/2014/main" id="{9B2F5DF1-4FD8-5AD7-9389-DAB11CA51210}"/>
              </a:ext>
            </a:extLst>
          </p:cNvPr>
          <p:cNvSpPr txBox="1"/>
          <p:nvPr/>
        </p:nvSpPr>
        <p:spPr>
          <a:xfrm>
            <a:off x="5095729" y="4409654"/>
            <a:ext cx="1037303" cy="4578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Off-</a:t>
            </a:r>
            <a:r>
              <a:rPr lang="pt-BR" sz="1400" spc="-35" dirty="0" err="1">
                <a:solidFill>
                  <a:srgbClr val="181818"/>
                </a:solidFill>
                <a:latin typeface="Calibri"/>
                <a:cs typeface="Calibri"/>
              </a:rPr>
              <a:t>white</a:t>
            </a:r>
            <a:endParaRPr lang="pt-BR" sz="1400" spc="-35" dirty="0">
              <a:solidFill>
                <a:srgbClr val="181818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#F6F5F2</a:t>
            </a:r>
            <a:endParaRPr sz="1400" spc="-35" dirty="0">
              <a:solidFill>
                <a:srgbClr val="181818"/>
              </a:solidFill>
              <a:latin typeface="Calibri"/>
              <a:cs typeface="Calibri"/>
            </a:endParaRPr>
          </a:p>
        </p:txBody>
      </p:sp>
      <p:sp>
        <p:nvSpPr>
          <p:cNvPr id="50" name="object 27">
            <a:extLst>
              <a:ext uri="{FF2B5EF4-FFF2-40B4-BE49-F238E27FC236}">
                <a16:creationId xmlns:a16="http://schemas.microsoft.com/office/drawing/2014/main" id="{60BA5E18-D6ED-0860-D29E-50576CF2BBF5}"/>
              </a:ext>
            </a:extLst>
          </p:cNvPr>
          <p:cNvSpPr txBox="1"/>
          <p:nvPr/>
        </p:nvSpPr>
        <p:spPr>
          <a:xfrm>
            <a:off x="6585925" y="4409654"/>
            <a:ext cx="1037303" cy="45781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Cinza-quente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1400" spc="-35" dirty="0">
                <a:solidFill>
                  <a:srgbClr val="181818"/>
                </a:solidFill>
                <a:latin typeface="Calibri"/>
                <a:cs typeface="Calibri"/>
              </a:rPr>
              <a:t>#6B6259</a:t>
            </a:r>
            <a:endParaRPr sz="1400" spc="-35" dirty="0">
              <a:solidFill>
                <a:srgbClr val="181818"/>
              </a:solidFill>
              <a:latin typeface="Calibri"/>
              <a:cs typeface="Calibri"/>
            </a:endParaRPr>
          </a:p>
        </p:txBody>
      </p:sp>
      <p:pic>
        <p:nvPicPr>
          <p:cNvPr id="54" name="Gráfico 53">
            <a:extLst>
              <a:ext uri="{FF2B5EF4-FFF2-40B4-BE49-F238E27FC236}">
                <a16:creationId xmlns:a16="http://schemas.microsoft.com/office/drawing/2014/main" id="{EB31082A-BE1E-0AEB-F831-9E297C727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9010" y="2314112"/>
            <a:ext cx="2922704" cy="671006"/>
          </a:xfrm>
          <a:prstGeom prst="rect">
            <a:avLst/>
          </a:prstGeom>
        </p:spPr>
      </p:pic>
      <p:pic>
        <p:nvPicPr>
          <p:cNvPr id="56" name="Gráfico 55">
            <a:extLst>
              <a:ext uri="{FF2B5EF4-FFF2-40B4-BE49-F238E27FC236}">
                <a16:creationId xmlns:a16="http://schemas.microsoft.com/office/drawing/2014/main" id="{1DEBCF40-DFFA-1842-EFCA-33D4F8B1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742" y="2402116"/>
            <a:ext cx="2066925" cy="609600"/>
          </a:xfrm>
          <a:prstGeom prst="rect">
            <a:avLst/>
          </a:prstGeom>
        </p:spPr>
      </p:pic>
      <p:pic>
        <p:nvPicPr>
          <p:cNvPr id="58" name="Gráfico 57">
            <a:extLst>
              <a:ext uri="{FF2B5EF4-FFF2-40B4-BE49-F238E27FC236}">
                <a16:creationId xmlns:a16="http://schemas.microsoft.com/office/drawing/2014/main" id="{7EF70571-C515-29E3-962F-D544F7E8F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742" y="3347679"/>
            <a:ext cx="2038350" cy="590550"/>
          </a:xfrm>
          <a:prstGeom prst="rect">
            <a:avLst/>
          </a:prstGeom>
        </p:spPr>
      </p:pic>
      <p:pic>
        <p:nvPicPr>
          <p:cNvPr id="60" name="Gráfico 59">
            <a:extLst>
              <a:ext uri="{FF2B5EF4-FFF2-40B4-BE49-F238E27FC236}">
                <a16:creationId xmlns:a16="http://schemas.microsoft.com/office/drawing/2014/main" id="{DAF79D2B-CF96-F077-6583-DCC8625A69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9010" y="3539407"/>
            <a:ext cx="3020477" cy="835562"/>
          </a:xfrm>
          <a:prstGeom prst="rect">
            <a:avLst/>
          </a:prstGeom>
        </p:spPr>
      </p:pic>
      <p:sp>
        <p:nvSpPr>
          <p:cNvPr id="62" name="object 6">
            <a:extLst>
              <a:ext uri="{FF2B5EF4-FFF2-40B4-BE49-F238E27FC236}">
                <a16:creationId xmlns:a16="http://schemas.microsoft.com/office/drawing/2014/main" id="{BB6DD1A1-F612-4671-16C9-FDB366C4E3DD}"/>
              </a:ext>
            </a:extLst>
          </p:cNvPr>
          <p:cNvSpPr txBox="1"/>
          <p:nvPr/>
        </p:nvSpPr>
        <p:spPr>
          <a:xfrm>
            <a:off x="8639010" y="5568453"/>
            <a:ext cx="597621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7EDCFF1A-4766-ED02-4292-C6E0526585E5}"/>
              </a:ext>
            </a:extLst>
          </p:cNvPr>
          <p:cNvSpPr txBox="1"/>
          <p:nvPr/>
        </p:nvSpPr>
        <p:spPr>
          <a:xfrm>
            <a:off x="9322578" y="5577869"/>
            <a:ext cx="2239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pt-BR" sz="1600" b="1" i="0" dirty="0">
                <a:solidFill>
                  <a:schemeClr val="tx1"/>
                </a:solidFill>
                <a:effectLst/>
                <a:latin typeface="SF Pro Display"/>
              </a:rPr>
              <a:t>SF Pro – 15, 18 </a:t>
            </a:r>
            <a:r>
              <a:rPr lang="pt-BR" sz="1600" b="1" i="0" dirty="0" err="1">
                <a:solidFill>
                  <a:schemeClr val="tx1"/>
                </a:solidFill>
                <a:effectLst/>
                <a:latin typeface="SF Pro Display"/>
              </a:rPr>
              <a:t>and</a:t>
            </a:r>
            <a:r>
              <a:rPr lang="pt-BR" sz="1600" b="1" i="0" dirty="0">
                <a:solidFill>
                  <a:schemeClr val="tx1"/>
                </a:solidFill>
                <a:effectLst/>
                <a:latin typeface="SF Pro Display"/>
              </a:rPr>
              <a:t> 20px</a:t>
            </a:r>
            <a:endParaRPr lang="pt-BR" sz="1600" b="1" i="0" dirty="0">
              <a:solidFill>
                <a:srgbClr val="F5F5F7"/>
              </a:solidFill>
              <a:effectLst/>
              <a:latin typeface="SF Pro Display"/>
            </a:endParaRPr>
          </a:p>
        </p:txBody>
      </p:sp>
      <p:sp>
        <p:nvSpPr>
          <p:cNvPr id="66" name="object 6">
            <a:extLst>
              <a:ext uri="{FF2B5EF4-FFF2-40B4-BE49-F238E27FC236}">
                <a16:creationId xmlns:a16="http://schemas.microsoft.com/office/drawing/2014/main" id="{AFC01F74-CA4B-73C6-92C5-3D284615DD51}"/>
              </a:ext>
            </a:extLst>
          </p:cNvPr>
          <p:cNvSpPr txBox="1"/>
          <p:nvPr/>
        </p:nvSpPr>
        <p:spPr>
          <a:xfrm>
            <a:off x="3676288" y="5187811"/>
            <a:ext cx="685125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Icons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24514D1-D117-6734-61E3-9C1164AE1DE4}"/>
              </a:ext>
            </a:extLst>
          </p:cNvPr>
          <p:cNvSpPr txBox="1"/>
          <p:nvPr/>
        </p:nvSpPr>
        <p:spPr>
          <a:xfrm>
            <a:off x="4361413" y="5179476"/>
            <a:ext cx="171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pt-BR" sz="1600" b="1" i="0" dirty="0">
                <a:solidFill>
                  <a:schemeClr val="tx1"/>
                </a:solidFill>
                <a:effectLst/>
                <a:latin typeface="SF Pro Display"/>
              </a:rPr>
              <a:t>Apple Standart</a:t>
            </a:r>
            <a:endParaRPr lang="pt-BR" sz="1600" b="1" i="0" dirty="0">
              <a:solidFill>
                <a:srgbClr val="F5F5F7"/>
              </a:solidFill>
              <a:effectLst/>
              <a:latin typeface="SF Pro Display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7126AC59-FFAF-4EF8-BBC6-28589E809272}"/>
              </a:ext>
            </a:extLst>
          </p:cNvPr>
          <p:cNvSpPr txBox="1"/>
          <p:nvPr/>
        </p:nvSpPr>
        <p:spPr>
          <a:xfrm>
            <a:off x="3620522" y="5518030"/>
            <a:ext cx="4672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https://github.com/andrewtavis/sf-symbols-online/tree/master</a:t>
            </a:r>
          </a:p>
        </p:txBody>
      </p:sp>
    </p:spTree>
    <p:extLst>
      <p:ext uri="{BB962C8B-B14F-4D97-AF65-F5344CB8AC3E}">
        <p14:creationId xmlns:p14="http://schemas.microsoft.com/office/powerpoint/2010/main" val="4484769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SF Pro Display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SANTOS MEDEIROS</dc:creator>
  <cp:lastModifiedBy>MATHEUS SANTOS MEDEIROS</cp:lastModifiedBy>
  <cp:revision>2</cp:revision>
  <dcterms:created xsi:type="dcterms:W3CDTF">2026-09-12T21:09:31Z</dcterms:created>
  <dcterms:modified xsi:type="dcterms:W3CDTF">2026-09-13T02:55:23Z</dcterms:modified>
</cp:coreProperties>
</file>